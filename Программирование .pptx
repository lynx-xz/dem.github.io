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34378D-FCB7-4BBA-8CCB-CE4ADA5DF2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4A7E93-A62D-4FD2-A0BD-4FEDCC5CEF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BD5974F-E290-4EE1-A235-B851AA222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8072963-C5AA-4DEA-A12B-C4F2ED7F3E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D9C6F89-F1A8-42CB-8165-774DC73C69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C3CFA3-8C4E-41BB-9724-7476F4B662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76DDC2-4FE9-43B3-BFE9-C0E5120436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DA49550-AD3B-430D-95E0-B50FD1978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BB65193-7580-4473-B1DB-BAD90FA4CB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ECE7CEA-EED3-40A3-9847-D1618BC72C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A40ACE0-658D-497C-B461-A7B6252AA7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D80601-3AB0-4D9C-A664-54C5522B514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CB21A-1739-48DC-8538-709EF891AC9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721A41-BB21-412F-940D-DD60F7128AB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7751E2-BAAE-4C92-AAEF-4840DDE9117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F52F9F-B99A-4BAE-9066-965658672E6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22B348-62B9-4FCF-848A-ACC4469A758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028F31-19C6-409A-813D-5041B3DB0D6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610E3D-73C0-4C47-B669-637467E27CC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2235B5-6D9D-45E6-BABB-B956DEA16F1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052CFF-9C3C-49B0-95D4-847F70515FF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744454-CD76-44A5-979C-4BC2DAE9BD1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800000" y="2880000"/>
            <a:ext cx="5936760" cy="213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длины стороны квадрата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side * side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 квадрата: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5240" cy="27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581480" y="3420000"/>
            <a:ext cx="5438520" cy="23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длин сторон прямоугольника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float(input("Введите длину первой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 = float(input("Введите длину второй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 прямоугольника: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23360" y="487800"/>
            <a:ext cx="10515240" cy="211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924200" y="3240000"/>
            <a:ext cx="4915800" cy="23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print(f"Среднее арифметическое: {average}")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5240" cy="18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1440" y="2213640"/>
            <a:ext cx="10022760" cy="393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двух чисел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на неотрицательность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num1 &lt; 0 or num2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среднее геометрическое определено только для неотрицательных чисел.")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среднего геометрического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geometric_mean = math.sqrt(num1 * num2)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print(f"Среднее геометрическое: {geometric_mean}")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84760" y="-720000"/>
            <a:ext cx="10515240" cy="30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440000" y="1526040"/>
            <a:ext cx="7623720" cy="495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длин катетов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float(input("Введите длину первого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 = float(input("Введите длину второго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на отрицательные значения (опционально, но полезно)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a &lt; 0 or b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длины катетов не могут быть отрицательными.")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гипотенузы по теореме Пифагора: c = sqrt(a^2 + b^2)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hypotenuse = math.sqrt(a**2 + b**2)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площади: S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 (округлено до 2 знаков после запятой)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print(f"Гипотенуза: {hypotenuse:.2f}")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print(f"Площадь: {area:.2f}")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4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620000" y="3289680"/>
            <a:ext cx="577224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числа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квадратов соседних чисел и самого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через запятую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5240" cy="232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260000" y="3060000"/>
            <a:ext cx="672336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года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на високосный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1. Делится на 4 и не делится на 100 (например, 2024, 2028)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2. ИЛИ делится на 400 (например, 2000, 1600)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print(f"{year} год —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print(f"{year} год —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524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336320" y="3261600"/>
            <a:ext cx="7663680" cy="213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целого числа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на четность с помощью оператора остатка от деления (%)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print("Число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print("Число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84760" y="-396360"/>
            <a:ext cx="10515240" cy="29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56880" y="2520000"/>
            <a:ext cx="8043120" cy="341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 условия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Если первое меньше второго, вычисляем сумму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Иначе (если первое больше или равно второму) вычисляем разность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1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340000" y="3281400"/>
            <a:ext cx="406404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print(f"2^{i} = {2 ** i}")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160000" y="2929680"/>
            <a:ext cx="517788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count_even = 0  # Счетчик четных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count_even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четных чисел: {count_even}")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000" y="-164160"/>
            <a:ext cx="10515240" cy="23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680000" y="1554120"/>
            <a:ext cx="5176440" cy="546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счетчиков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positive_count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negative_count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zero_count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positive_count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negative_count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zero_count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print(f"Положительных чисел: {positive_count}")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print(f"Отрицательных чисел: {negative_count}")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print(f"Нулей: {zero_count}")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72480" y="3426480"/>
            <a:ext cx="6167520" cy="25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  <a:ea typeface="Tahoma"/>
              </a:rPr>
              <a:t>Пользователь ввод</a:t>
            </a: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ит 10 целых чисел. Найти разницу между наибольшим и наименьшим.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60000" y="540000"/>
            <a:ext cx="8373600" cy="62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переменных для хранения максимума и минимума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Используем None, чтобы правильно обработать первое введенное число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Для первого числа устанавливаем и максимум, и минимум равными 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max_num is None or num &gt; max_num: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min_num is None or num &lt; min_num: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Вычисление разницы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 между наибольшим и наименьшим: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580000" y="360000"/>
            <a:ext cx="662040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80000" y="1080000"/>
            <a:ext cx="7069320" cy="546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Создаем пустой список для хранения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Находим максимальный элемент в массиве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max_element = max(A)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Подсчитываем количество элементов, равных максимальному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count_max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num in A: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 == max_element: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count_max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print(f"Максимальный элемент: {max_element}")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чисел, равных максимальному: {count_max}")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-3960" y="589680"/>
            <a:ext cx="6843960" cy="15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240000" y="360000"/>
            <a:ext cx="8294400" cy="648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списка и переменных для сумм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sum_even_indices = 0  # Сумма элементов с четными индексами (0, 2, 4...)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sum_odd_indices = 0   # Сумма элементов с нечетными индексами (1, 3, 5...)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 = int(input(f"Элемент с индексом {i}: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Проверяем четность индекса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i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sum_even_indices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sum_odd_indices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Вычисляем разницу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sum_even_indices - sum_odd_indices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print(f"Сумма элементов с четными индексами: {sum_even_indices}")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print(f"Сумма элементов с нечетными индексами: {sum_odd_indices}")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 (четные индексы - нечетные индексы):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20000" y="0"/>
            <a:ext cx="1051524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160000" y="2445840"/>
            <a:ext cx="631476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Инициализация счетчика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count_digits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Проходим по каждому символу в тексте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Проверка, является ли символ цифрой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count_digits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0000" y="-180000"/>
            <a:ext cx="10515240" cy="22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310400" y="2880000"/>
            <a:ext cx="7689600" cy="23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Удаление всех пробелов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text_without_spaces = text.replace(" ", "")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0000" y="-180000"/>
            <a:ext cx="10515240" cy="23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60000" y="2417760"/>
            <a:ext cx="10880640" cy="316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Разбиваем строку на слова.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print("Первое слово:", words[0])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60000" y="-184680"/>
            <a:ext cx="10515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929600" y="2160000"/>
            <a:ext cx="725040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Имя файла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Запись текста в файл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'w' (write) означает режим записи. Если файла нет, он создастся.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Если файл есть, его содержимое будет перезаписано.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encoding='utf-8' нужен для корректной работы с русским языком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print(f"Текст успешно записан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120000" y="-180000"/>
            <a:ext cx="6401160" cy="23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20000" y="-3429000"/>
            <a:ext cx="10379160" cy="138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def main():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print("=== Игра: Компьютер угадывает ваше число ===")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print("Загадайте целое число, а я попробую его отгадать.\n")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# 1. Получение диапазона от пользователя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(N): "))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(M): "))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print("Ошибка: N не может быть больше M. Попробуйте снова.")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print("Пожалуйста, введите целые числа.")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print(f"\nОтлично! Ваше число находится в диапазоне [{N}, {M}].")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print("Отвечайте на мои вопросы:")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print("'y' или 'д' — если Да")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print("'n' или 'н' — если Нет")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print("'q' — чтобы выйти из игры\n")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while True:  # Цикл для повторной игры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low = N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high = 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attempts = 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print(f"\nНачинаем новую игру в диапазоне [{low}, {high}]")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while low &lt;= high: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attempts += 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# Находим середину текущего диапазона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mid = (low + high) // 2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# Если осталось одно число — проверяем его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low == high: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print(f"Я думаю, ваше число: {low}")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confirm = input("Это верно? (y/n): ").lower()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confirm in ['y', 'д', 'yes']: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print(f" Ура! Я угадал число {low} за {attempts} попыток!")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 Похоже, вы ошиблись в ответах ранее. Давайте начнём заново.")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# Задаём вопрос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question = f"Ваше число БОЛЬШЕ чем {mid}?"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answer = input(f"{question} (y/n): ").lower()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answer in ['q', 'quit', 'выход']: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 Игра завершена. До встречи!")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answer in ['y', 'д', 'yes']: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low = mid + 1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elif answer in ['n', 'н', 'no']: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high = mid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print("⚠️ Непонятный ответ. Пожалуйста, используйте 'y' (да) или 'n' (нет).")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attempts -= 1  # Не считаем эту попытку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# Спрашиваем, хочет ли пользователь сыграть ещё раз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replay = input("\nХотите сыграть ещё раз? (y/n): ").lower()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replay not in ['y', 'д', 'yes']: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print("Спасибо за игру! 👋")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if __name__ == "__main__":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main()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59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2026-05-16T13:48:20Z</dcterms:modified>
  <cp:revision>1</cp:revision>
  <dc:subject/>
  <dc:title/>
</cp:coreProperties>
</file>