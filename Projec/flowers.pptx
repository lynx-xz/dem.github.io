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ppt/_rels/presentation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7.xml.rels" ContentType="application/vnd.openxmlformats-package.relationships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presProps.xml" ContentType="application/vnd.openxmlformats-officedocument.presentationml.presProps+xml"/>
  <Override PartName="/ppt/media/image1.png" ContentType="image/png"/>
  <Override PartName="/ppt/presentation.xml" ContentType="application/vnd.openxmlformats-officedocument.presentationml.presentation.main+xml"/>
  <Override PartName="/ppt/slides/_rels/slide7.xml.rels" ContentType="application/vnd.openxmlformats-package.relationships+xml"/>
  <Override PartName="/ppt/slides/_rels/slide1.xml.rels" ContentType="application/vnd.openxmlformats-package.relationships+xml"/>
  <Override PartName="/ppt/slides/_rels/slide8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11.xml" ContentType="application/vnd.openxmlformats-officedocument.theme+xml"/>
  <Override PartName="/ppt/theme/theme8.xml" ContentType="application/vnd.openxmlformats-officedocument.theme+xml"/>
  <Override PartName="/ppt/theme/theme1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2.xml" ContentType="application/vnd.openxmlformats-officedocument.theme+xml"/>
  <Override PartName="/ppt/theme/theme7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8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0554C82-2E3D-41A8-AB6A-2872311B5DA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1242667-7CD7-4357-815C-1271EE09DBD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DE33CE5B-B225-436D-8E3D-165327498D2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D6880353-EFA3-42FF-B9AA-D799DBC2751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B9F8F2DE-A84E-405F-895B-3F46999A4DA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26568118-9E9C-44AD-ABCB-6CD4EFC9D92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77ACFA02-4CC1-436C-96F9-72759AE5690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24A49CB5-23F5-4DA2-B7A1-040E6F2D38D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507FA48B-C0F9-41EA-9C52-3C00A99AD03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1BAF020D-E535-4CEE-A75E-20A55371C3C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4564035E-62F8-4A9F-B6D5-10B9F357292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0788FB1-4D04-4C6C-9A32-928DE58A21E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Для правки структуры щёлкните мышью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Второй уровень структуры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Третий уровень структуры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Четвёртый уровень структуры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Пятый уровень структуры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Шестой уровень структуры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Седьмой уровень структуры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4405B38-67D5-4D0A-9DF7-A2055BC6CB7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54CC9E3-6468-45B6-B912-7E20CAF42CE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697C223-484D-4D77-ADC9-05384242CDD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B1DD51B-9C90-4198-A844-7D2A889BCB0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C2B5E32-6078-42A5-9C88-DF12120B15B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C431C90-8853-4AE1-B16D-34EA197DEF2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B1E1D9B-A4A5-4959-9212-3DF998D74CB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B89BCE9-6485-44B2-80F3-A3F001D4439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DC3F82A-B1A3-4B7A-A34B-667678BBB5E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Для правки структуры щёлкните мышью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Второй уровень структуры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Третий уровень структуры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Четвёртый уровень структуры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Пятый уровень структуры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Шестой уровень структуры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Седьмой уровень структуры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3636EA4-76CC-4F4B-A2E3-646FFC98256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87960" y="108000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en-US" sz="4400" spc="-1" strike="noStrike">
                <a:solidFill>
                  <a:srgbClr val="ff69b4"/>
                </a:solidFill>
                <a:latin typeface="Calibri"/>
              </a:rPr>
              <a:t>🌷 </a:t>
            </a:r>
            <a:r>
              <a:rPr b="1" lang="en-US" sz="4400" spc="-1" strike="noStrike">
                <a:solidFill>
                  <a:srgbClr val="ff69b4"/>
                </a:solidFill>
                <a:latin typeface="Calibri"/>
              </a:rPr>
              <a:t>С Международным женским днём!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ubTitle"/>
          </p:nvPr>
        </p:nvSpPr>
        <p:spPr>
          <a:xfrm>
            <a:off x="1519560" y="256788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rgbClr val="034185"/>
                </a:solidFill>
                <a:latin typeface="Calibri"/>
              </a:rPr>
              <a:t>8 Марта — праздник весны, красоты и вдохновения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8" name="" descr=""/>
          <p:cNvPicPr/>
          <p:nvPr/>
        </p:nvPicPr>
        <p:blipFill>
          <a:blip r:embed="rId1"/>
          <a:stretch/>
        </p:blipFill>
        <p:spPr>
          <a:xfrm>
            <a:off x="3240000" y="3600000"/>
            <a:ext cx="2700000" cy="270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ff69b4"/>
                </a:solidFill>
                <a:latin typeface="Calibri"/>
              </a:rPr>
              <a:t>История праздника 8 Марта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ff69b4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ff69b4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ff69b4"/>
                </a:solidFill>
                <a:latin typeface="Calibri"/>
              </a:rPr>
              <a:t>Впервые отмечен в 1909 году в США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ff69b4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ff69b4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ff69b4"/>
                </a:solidFill>
                <a:latin typeface="Calibri"/>
              </a:rPr>
              <a:t>В 1910 году Клара Цеткин предложила сделать его международным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ff69b4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ff69b4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ff69b4"/>
                </a:solidFill>
                <a:latin typeface="Calibri"/>
              </a:rPr>
              <a:t>С 1975 года ООН официально празднует 8 Марта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ff69b4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ff69b4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ff69b4"/>
                </a:solidFill>
                <a:latin typeface="Calibri"/>
              </a:rPr>
              <a:t>В России — официальный выходной с 1965 года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ff69b4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ff69b4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ff69b4"/>
                </a:solidFill>
                <a:latin typeface="Calibri"/>
              </a:rPr>
              <a:t>Символы праздника: тюльпаны, мимоза, весна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71" name="" descr=""/>
          <p:cNvPicPr/>
          <p:nvPr/>
        </p:nvPicPr>
        <p:blipFill>
          <a:blip r:embed="rId1"/>
          <a:stretch/>
        </p:blipFill>
        <p:spPr>
          <a:xfrm>
            <a:off x="3060000" y="3780000"/>
            <a:ext cx="2700000" cy="270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ff69b4"/>
                </a:solidFill>
                <a:latin typeface="Calibri"/>
              </a:rPr>
              <a:t>Что означает этот день?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ff69b4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ff69b4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ff69b4"/>
                </a:solidFill>
                <a:latin typeface="Calibri"/>
              </a:rPr>
              <a:t>День признания достижений женщин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ff69b4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ff69b4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ff69b4"/>
                </a:solidFill>
                <a:latin typeface="Calibri"/>
              </a:rPr>
              <a:t>Праздник весны и красоты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ff69b4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ff69b4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ff69b4"/>
                </a:solidFill>
                <a:latin typeface="Calibri"/>
              </a:rPr>
              <a:t>Возможность выразить благодарность и любовь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ff69b4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ff69b4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ff69b4"/>
                </a:solidFill>
                <a:latin typeface="Calibri"/>
              </a:rPr>
              <a:t>Символ равенства и уважения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ff69b4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ff69b4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ff69b4"/>
                </a:solidFill>
                <a:latin typeface="Calibri"/>
              </a:rPr>
              <a:t>Время для добрых слов и подарков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74" name="" descr=""/>
          <p:cNvPicPr/>
          <p:nvPr/>
        </p:nvPicPr>
        <p:blipFill>
          <a:blip r:embed="rId1"/>
          <a:stretch/>
        </p:blipFill>
        <p:spPr>
          <a:xfrm>
            <a:off x="3060000" y="3873600"/>
            <a:ext cx="2606400" cy="2606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ff69b4"/>
                </a:solidFill>
                <a:latin typeface="Calibri"/>
              </a:rPr>
              <a:t>Традиции 8 Марта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ff69b4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ff69b4"/>
                </a:solidFill>
                <a:latin typeface="Calibri"/>
              </a:rPr>
              <a:t>🌷 </a:t>
            </a:r>
            <a:r>
              <a:rPr b="0" lang="en-US" sz="2000" spc="-1" strike="noStrike">
                <a:solidFill>
                  <a:srgbClr val="ff69b4"/>
                </a:solidFill>
                <a:latin typeface="Calibri"/>
              </a:rPr>
              <a:t>Подарки: цветы, конфеты, украшения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ff69b4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ff69b4"/>
                </a:solidFill>
                <a:latin typeface="Calibri"/>
              </a:rPr>
              <a:t>💐 </a:t>
            </a:r>
            <a:r>
              <a:rPr b="0" lang="en-US" sz="2000" spc="-1" strike="noStrike">
                <a:solidFill>
                  <a:srgbClr val="ff69b4"/>
                </a:solidFill>
                <a:latin typeface="Calibri"/>
              </a:rPr>
              <a:t>Поздравления: открытки, стихи, песни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ff69b4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ff69b4"/>
                </a:solidFill>
                <a:latin typeface="Calibri"/>
              </a:rPr>
              <a:t>🎁 </a:t>
            </a:r>
            <a:r>
              <a:rPr b="0" lang="en-US" sz="2000" spc="-1" strike="noStrike">
                <a:solidFill>
                  <a:srgbClr val="ff69b4"/>
                </a:solidFill>
                <a:latin typeface="Calibri"/>
              </a:rPr>
              <a:t>Внимание: забота, помощь, комплименты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ff69b4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ff69b4"/>
                </a:solidFill>
                <a:latin typeface="Calibri"/>
              </a:rPr>
              <a:t>🎉 </a:t>
            </a:r>
            <a:r>
              <a:rPr b="0" lang="en-US" sz="2000" spc="-1" strike="noStrike">
                <a:solidFill>
                  <a:srgbClr val="ff69b4"/>
                </a:solidFill>
                <a:latin typeface="Calibri"/>
              </a:rPr>
              <a:t>Праздничные мероприятия: концерты, выставки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ff69b4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ff69b4"/>
                </a:solidFill>
                <a:latin typeface="Calibri"/>
              </a:rPr>
              <a:t>💖 </a:t>
            </a:r>
            <a:r>
              <a:rPr b="0" lang="en-US" sz="2000" spc="-1" strike="noStrike">
                <a:solidFill>
                  <a:srgbClr val="ff69b4"/>
                </a:solidFill>
                <a:latin typeface="Calibri"/>
              </a:rPr>
              <a:t>Семейные торжества и встречи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77" name="" descr=""/>
          <p:cNvPicPr/>
          <p:nvPr/>
        </p:nvPicPr>
        <p:blipFill>
          <a:blip r:embed="rId1"/>
          <a:stretch/>
        </p:blipFill>
        <p:spPr>
          <a:xfrm>
            <a:off x="3222360" y="3942360"/>
            <a:ext cx="2537640" cy="253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ff69b4"/>
                </a:solidFill>
                <a:latin typeface="Calibri"/>
              </a:rPr>
              <a:t>Дорогие женщины!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ff69b4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ff69b4"/>
                </a:solidFill>
                <a:latin typeface="Calibri"/>
              </a:rPr>
              <a:t>💐 </a:t>
            </a:r>
            <a:r>
              <a:rPr b="0" lang="en-US" sz="2000" spc="-1" strike="noStrike">
                <a:solidFill>
                  <a:srgbClr val="ff69b4"/>
                </a:solidFill>
                <a:latin typeface="Calibri"/>
              </a:rPr>
              <a:t>Желаем вам счастья, здоровья и любви!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ff69b4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ff69b4"/>
                </a:solidFill>
                <a:latin typeface="Calibri"/>
              </a:rPr>
              <a:t>🌸 </a:t>
            </a:r>
            <a:r>
              <a:rPr b="0" lang="en-US" sz="2000" spc="-1" strike="noStrike">
                <a:solidFill>
                  <a:srgbClr val="ff69b4"/>
                </a:solidFill>
                <a:latin typeface="Calibri"/>
              </a:rPr>
              <a:t>Пусть каждый день приносит радость!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ff69b4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ff69b4"/>
                </a:solidFill>
                <a:latin typeface="Calibri"/>
              </a:rPr>
              <a:t>🌺 </a:t>
            </a:r>
            <a:r>
              <a:rPr b="0" lang="en-US" sz="2000" spc="-1" strike="noStrike">
                <a:solidFill>
                  <a:srgbClr val="ff69b4"/>
                </a:solidFill>
                <a:latin typeface="Calibri"/>
              </a:rPr>
              <a:t>Будьте красивы, успешны и вдохновлены!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ff69b4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ff69b4"/>
                </a:solidFill>
                <a:latin typeface="Calibri"/>
              </a:rPr>
              <a:t>🌼 </a:t>
            </a:r>
            <a:r>
              <a:rPr b="0" lang="en-US" sz="2000" spc="-1" strike="noStrike">
                <a:solidFill>
                  <a:srgbClr val="ff69b4"/>
                </a:solidFill>
                <a:latin typeface="Calibri"/>
              </a:rPr>
              <a:t>Пусть сбываются все ваши мечты!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</a:pP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ff69b4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ff69b4"/>
                </a:solidFill>
                <a:latin typeface="Calibri"/>
              </a:rPr>
              <a:t>С любовью и уважением,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ff69b4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ff69b4"/>
                </a:solidFill>
                <a:latin typeface="Calibri"/>
              </a:rPr>
              <a:t>Ваши друзья и коллеги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80" name="" descr=""/>
          <p:cNvPicPr/>
          <p:nvPr/>
        </p:nvPicPr>
        <p:blipFill>
          <a:blip r:embed="rId1"/>
          <a:stretch/>
        </p:blipFill>
        <p:spPr>
          <a:xfrm>
            <a:off x="4140000" y="3942360"/>
            <a:ext cx="2357640" cy="23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en-US" sz="4400" spc="-1" strike="noStrike">
                <a:solidFill>
                  <a:srgbClr val="dc143c"/>
                </a:solidFill>
                <a:latin typeface="Calibri"/>
              </a:rPr>
              <a:t>🎖️ </a:t>
            </a:r>
            <a:r>
              <a:rPr b="1" lang="en-US" sz="4400" spc="-1" strike="noStrike">
                <a:solidFill>
                  <a:srgbClr val="dc143c"/>
                </a:solidFill>
                <a:latin typeface="Calibri"/>
              </a:rPr>
              <a:t>С Днём защитника Отечества!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rgbClr val="034185"/>
                </a:solidFill>
                <a:latin typeface="Calibri"/>
              </a:rPr>
              <a:t>23 Февраля — день мужества, чести и доблести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dc143c"/>
                </a:solidFill>
                <a:latin typeface="Calibri"/>
              </a:rPr>
              <a:t>История праздника 23 Февраля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dc143c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dc143c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dc143c"/>
                </a:solidFill>
                <a:latin typeface="Calibri"/>
              </a:rPr>
              <a:t>1918 — первые победы Красной армии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dc143c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dc143c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dc143c"/>
                </a:solidFill>
                <a:latin typeface="Calibri"/>
              </a:rPr>
              <a:t>1946 — переименован в День Советской армии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dc143c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dc143c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dc143c"/>
                </a:solidFill>
                <a:latin typeface="Calibri"/>
              </a:rPr>
              <a:t>1995 — официально День защитника Отечества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dc143c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dc143c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dc143c"/>
                </a:solidFill>
                <a:latin typeface="Calibri"/>
              </a:rPr>
              <a:t>2002 — стал нерабочим праздничным днём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dc143c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dc143c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dc143c"/>
                </a:solidFill>
                <a:latin typeface="Calibri"/>
              </a:rPr>
              <a:t>Сегодня — праздник всех защитников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dc143c"/>
                </a:solidFill>
                <a:latin typeface="Calibri"/>
              </a:rPr>
              <a:t>Защитники Отечества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dc143c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dc143c"/>
                </a:solidFill>
                <a:latin typeface="Calibri"/>
              </a:rPr>
              <a:t>👮 </a:t>
            </a:r>
            <a:r>
              <a:rPr b="0" lang="en-US" sz="2000" spc="-1" strike="noStrike">
                <a:solidFill>
                  <a:srgbClr val="dc143c"/>
                </a:solidFill>
                <a:latin typeface="Calibri"/>
              </a:rPr>
              <a:t>Военнослужащие армии и флота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dc143c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dc143c"/>
                </a:solidFill>
                <a:latin typeface="Calibri"/>
              </a:rPr>
              <a:t>🚒 </a:t>
            </a:r>
            <a:r>
              <a:rPr b="0" lang="en-US" sz="2000" spc="-1" strike="noStrike">
                <a:solidFill>
                  <a:srgbClr val="dc143c"/>
                </a:solidFill>
                <a:latin typeface="Calibri"/>
              </a:rPr>
              <a:t>Пожарные и спасатели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dc143c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dc143c"/>
                </a:solidFill>
                <a:latin typeface="Calibri"/>
              </a:rPr>
              <a:t>👮‍️ </a:t>
            </a:r>
            <a:r>
              <a:rPr b="0" lang="en-US" sz="2000" spc="-1" strike="noStrike">
                <a:solidFill>
                  <a:srgbClr val="dc143c"/>
                </a:solidFill>
                <a:latin typeface="Calibri"/>
              </a:rPr>
              <a:t>Сотрудники полиции и МЧС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dc143c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dc143c"/>
                </a:solidFill>
                <a:latin typeface="Calibri"/>
              </a:rPr>
              <a:t>👨‍⚕️ </a:t>
            </a:r>
            <a:r>
              <a:rPr b="0" lang="en-US" sz="2000" spc="-1" strike="noStrike">
                <a:solidFill>
                  <a:srgbClr val="dc143c"/>
                </a:solidFill>
                <a:latin typeface="Calibri"/>
              </a:rPr>
              <a:t>Врачи и медицинские работники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dc143c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dc143c"/>
                </a:solidFill>
                <a:latin typeface="Calibri"/>
              </a:rPr>
              <a:t>👨‍‍👧 </a:t>
            </a:r>
            <a:r>
              <a:rPr b="0" lang="en-US" sz="2000" spc="-1" strike="noStrike">
                <a:solidFill>
                  <a:srgbClr val="dc143c"/>
                </a:solidFill>
                <a:latin typeface="Calibri"/>
              </a:rPr>
              <a:t>Отцы, деды и все мужчины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dc143c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dc143c"/>
                </a:solidFill>
                <a:latin typeface="Calibri"/>
              </a:rPr>
              <a:t>🛡️ </a:t>
            </a:r>
            <a:r>
              <a:rPr b="0" lang="en-US" sz="2000" spc="-1" strike="noStrike">
                <a:solidFill>
                  <a:srgbClr val="dc143c"/>
                </a:solidFill>
                <a:latin typeface="Calibri"/>
              </a:rPr>
              <a:t>Все, кто защищает свою страну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dc143c"/>
                </a:solidFill>
                <a:latin typeface="Calibri"/>
              </a:rPr>
              <a:t>Качества настоящего защитника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dc143c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dc143c"/>
                </a:solidFill>
                <a:latin typeface="Calibri"/>
              </a:rPr>
              <a:t>💪 </a:t>
            </a:r>
            <a:r>
              <a:rPr b="0" lang="en-US" sz="2000" spc="-1" strike="noStrike">
                <a:solidFill>
                  <a:srgbClr val="dc143c"/>
                </a:solidFill>
                <a:latin typeface="Calibri"/>
              </a:rPr>
              <a:t>Мужество и отвага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dc143c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dc143c"/>
                </a:solidFill>
                <a:latin typeface="Calibri"/>
              </a:rPr>
              <a:t>🤝 </a:t>
            </a:r>
            <a:r>
              <a:rPr b="0" lang="en-US" sz="2000" spc="-1" strike="noStrike">
                <a:solidFill>
                  <a:srgbClr val="dc143c"/>
                </a:solidFill>
                <a:latin typeface="Calibri"/>
              </a:rPr>
              <a:t>Ответственность и долг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dc143c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dc143c"/>
                </a:solidFill>
                <a:latin typeface="Calibri"/>
              </a:rPr>
              <a:t>❤️ </a:t>
            </a:r>
            <a:r>
              <a:rPr b="0" lang="en-US" sz="2000" spc="-1" strike="noStrike">
                <a:solidFill>
                  <a:srgbClr val="dc143c"/>
                </a:solidFill>
                <a:latin typeface="Calibri"/>
              </a:rPr>
              <a:t>Забота о близких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dc143c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dc143c"/>
                </a:solidFill>
                <a:latin typeface="Calibri"/>
              </a:rPr>
              <a:t>🇷🇺 </a:t>
            </a:r>
            <a:r>
              <a:rPr b="0" lang="en-US" sz="2000" spc="-1" strike="noStrike">
                <a:solidFill>
                  <a:srgbClr val="dc143c"/>
                </a:solidFill>
                <a:latin typeface="Calibri"/>
              </a:rPr>
              <a:t>Любовь к Родине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dc143c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dc143c"/>
                </a:solidFill>
                <a:latin typeface="Calibri"/>
              </a:rPr>
              <a:t>🎯 </a:t>
            </a:r>
            <a:r>
              <a:rPr b="0" lang="en-US" sz="2000" spc="-1" strike="noStrike">
                <a:solidFill>
                  <a:srgbClr val="dc143c"/>
                </a:solidFill>
                <a:latin typeface="Calibri"/>
              </a:rPr>
              <a:t>Сила духа и характер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dc143c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dc143c"/>
                </a:solidFill>
                <a:latin typeface="Calibri"/>
              </a:rPr>
              <a:t>🛡️ </a:t>
            </a:r>
            <a:r>
              <a:rPr b="0" lang="en-US" sz="2000" spc="-1" strike="noStrike">
                <a:solidFill>
                  <a:srgbClr val="dc143c"/>
                </a:solidFill>
                <a:latin typeface="Calibri"/>
              </a:rPr>
              <a:t>Готовность защитить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dc143c"/>
                </a:solidFill>
                <a:latin typeface="Calibri"/>
              </a:rPr>
              <a:t>Дорогие защитники!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dc143c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dc143c"/>
                </a:solidFill>
                <a:latin typeface="Calibri"/>
              </a:rPr>
              <a:t>🎖️ </a:t>
            </a:r>
            <a:r>
              <a:rPr b="0" lang="en-US" sz="2000" spc="-1" strike="noStrike">
                <a:solidFill>
                  <a:srgbClr val="dc143c"/>
                </a:solidFill>
                <a:latin typeface="Calibri"/>
              </a:rPr>
              <a:t>Желаем мира, здоровья и благополучия!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dc143c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dc143c"/>
                </a:solidFill>
                <a:latin typeface="Calibri"/>
              </a:rPr>
              <a:t>💪 </a:t>
            </a:r>
            <a:r>
              <a:rPr b="0" lang="en-US" sz="2000" spc="-1" strike="noStrike">
                <a:solidFill>
                  <a:srgbClr val="dc143c"/>
                </a:solidFill>
                <a:latin typeface="Calibri"/>
              </a:rPr>
              <a:t>Крепкого духа и уверенности в завтрашнем дне!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dc143c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dc143c"/>
                </a:solidFill>
                <a:latin typeface="Calibri"/>
              </a:rPr>
              <a:t>🇷🇺 </a:t>
            </a:r>
            <a:r>
              <a:rPr b="0" lang="en-US" sz="2000" spc="-1" strike="noStrike">
                <a:solidFill>
                  <a:srgbClr val="dc143c"/>
                </a:solidFill>
                <a:latin typeface="Calibri"/>
              </a:rPr>
              <a:t>Гордости за свою страну!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dc143c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dc143c"/>
                </a:solidFill>
                <a:latin typeface="Calibri"/>
              </a:rPr>
              <a:t>👨‍👩‍👧 </a:t>
            </a:r>
            <a:r>
              <a:rPr b="0" lang="en-US" sz="2000" spc="-1" strike="noStrike">
                <a:solidFill>
                  <a:srgbClr val="dc143c"/>
                </a:solidFill>
                <a:latin typeface="Calibri"/>
              </a:rPr>
              <a:t>Поддержки близких и друзей!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</a:pP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dc143c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dc143c"/>
                </a:solidFill>
                <a:latin typeface="Calibri"/>
              </a:rPr>
              <a:t>С уважением и благодарностью,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dc143c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dc143c"/>
                </a:solidFill>
                <a:latin typeface="Calibri"/>
              </a:rPr>
              <a:t>Ваши друзья и коллеги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LibreOffice/7.6.7.2$Linux_X86_64 LibreOffice_project/60$Build-2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ru-RU</dc:language>
  <cp:lastModifiedBy/>
  <dcterms:modified xsi:type="dcterms:W3CDTF">2026-03-07T11:28:39Z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